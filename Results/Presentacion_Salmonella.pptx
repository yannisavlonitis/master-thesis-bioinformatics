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8" r:id="rId4"/>
    <p:sldId id="259" r:id="rId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8BCD16-A9B9-760D-C21E-D843A2243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65DEC3A-A6D4-D13D-0425-3B77857E2A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B6FDB5-2D9F-FA9D-DA18-6DE38D791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418474-BECB-85CA-F392-FBE3DC535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5C7212-3E3D-67A8-D6AC-1BBC4BB01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3561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2AABF2-5BA2-FEF3-C14D-117FD022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3ED2F9-DD30-A1A8-8BA8-0F4D3C053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F22CC4-A7D7-DB91-7F18-665144C34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ECD333-7978-8A1C-660B-DE03FF90E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DBCB5CC-F690-0053-2C86-5CCB33C2A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49795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6B7B4A-A6AE-F12C-5B2B-8B1563E0C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214FBA-D30A-F51D-2539-3090575E4C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EC2138-4F0F-ABCE-F835-4A5EC0642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3915F8-5168-86C7-E26F-49B76AE91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8736D1-D411-D650-456D-9ADCB657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98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23D857-FE5F-0FE0-226B-A210DB44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2F34CE-1620-9E9A-BB37-5794D86C25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8005B19-08D2-B82B-7FA6-05D3E8046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085E10-778B-1416-72C0-2679F8E22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B30B67E-56AD-242C-F536-0F1F0F9A9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6BCC0F7-7E1D-D5DF-582A-FC937346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9572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4FF104-893F-21E4-64ED-A5E2DB910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18B3640-08A1-60DD-AA8B-2E179DE99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AFA9FA0-DCF2-0E55-49C8-EB69877982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3619268-ACD2-0851-CCFC-F80DCA7354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2140787-E866-112C-E683-8C187E6088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B4C49F7-6FAA-E03E-F88D-61021541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0A7D2BD-C155-B31B-2610-F109A754A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6BE2FB4-3CA3-22E6-343B-D10F8BEBB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9392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0E4715-B863-FECB-A751-C61E9F6FE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05333FF-58BA-C51C-2E39-0A0E55E58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5311CCA-6B9F-358C-1A9B-5C93F531A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78F082B-FB71-2CD9-8880-AB4BEA325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6569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107F588-E464-6C8F-F8D4-9F02BA937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3652754-A727-1487-5203-2B73FC0A3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B7BB065-AFE1-D38D-B3D9-D9C7BB228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03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803A45-7871-A86C-26D4-C699B6E1D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BBAF63D-1D04-590E-941D-C6215601A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C175F9B-7DD3-C5CB-4445-B99F511ED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E545E65-971E-AD48-2964-CF1ABA187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A7BEB1-48AA-0739-962C-0EA876905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C92042F-029E-62D2-7FCD-A97C7B2A4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8850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31451-F2B4-17D1-2E13-1C6F01316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7414AF3-A17F-E880-1F1C-EF1E4151F5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3590C1C-3C27-BF61-F3E5-1354BD4AF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0EEF27E-99DA-18D1-1B07-A5CA4E53E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2E5F26E-9599-73FD-76C4-2C992C5B7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7A49DE-BF3B-B707-0FD5-BEF393CE9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05227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178848-F39D-4F92-CA67-8541A07B1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77E96C3-E5C8-0146-07D7-BB82763678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83DD0B-A2A5-AFB1-A73E-DD7165831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202B23-F7EC-1400-48FF-8B23CC8F7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8A5793-F32F-D605-32A2-E7FC16162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2171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5F03869-D20C-D6D4-596B-F2EDF63632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DF2B531-8A95-4D7E-E314-473CC07750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FAD28A-635C-0D63-0A83-00D927603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029511-2469-B226-C724-4F86CA4CD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F282F3-FE56-0069-4C21-EA14B6AA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5682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FFB105A-BFB7-A4EF-C1F3-1164A3730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F81BEEC-2127-09C8-ACCB-258A85729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8663CA-B185-8E05-9078-F0EFA50C5F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B40EC5-AEF8-CD8C-C122-59C995D568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C6E798-2BCC-795D-A3FE-9648B22E92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0873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file:///C:\Users\yanni\Desktop\Heatmap_Salmonella_Gurobi.pdf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hlinkClick r:id="rId2" action="ppaction://hlinkfile"/>
            <a:extLst>
              <a:ext uri="{FF2B5EF4-FFF2-40B4-BE49-F238E27FC236}">
                <a16:creationId xmlns:a16="http://schemas.microsoft.com/office/drawing/2014/main" id="{5CABB2FF-7BF0-A487-F31C-7D94B73F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7721" y="91440"/>
            <a:ext cx="9456557" cy="667512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9D3D2E58-B4D1-0C71-A52A-85B122E47209}"/>
              </a:ext>
            </a:extLst>
          </p:cNvPr>
          <p:cNvSpPr txBox="1"/>
          <p:nvPr/>
        </p:nvSpPr>
        <p:spPr>
          <a:xfrm>
            <a:off x="0" y="25275"/>
            <a:ext cx="4465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Heatmap</a:t>
            </a:r>
            <a:endParaRPr lang="en-GB" sz="1400" noProof="0" dirty="0"/>
          </a:p>
        </p:txBody>
      </p:sp>
    </p:spTree>
    <p:extLst>
      <p:ext uri="{BB962C8B-B14F-4D97-AF65-F5344CB8AC3E}">
        <p14:creationId xmlns:p14="http://schemas.microsoft.com/office/powerpoint/2010/main" val="1687493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B5ABC62C-4528-3B49-C35C-48847827EF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72" y="321733"/>
            <a:ext cx="3322002" cy="274895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3B4FF89-C45F-4E24-B963-61E855708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671" y="0"/>
            <a:ext cx="73152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3161EA7-44CE-DBDF-D783-2BD970F3AB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4999" y="321734"/>
            <a:ext cx="3322002" cy="2748958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4F25C03-EF67-4344-8AEA-7B3FA0DED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07836" y="0"/>
            <a:ext cx="73152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E950CA70-33BC-580F-35DF-82E1D541BB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9777" y="321733"/>
            <a:ext cx="3326094" cy="27523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74793DE-3651-410B-B243-8F0B1468E6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059424" y="-2665476"/>
            <a:ext cx="73152" cy="1218895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B3E82C5-E457-3881-AC5D-A2460E2B1D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803" y="3783923"/>
            <a:ext cx="3326094" cy="27523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4840033-F5B1-2B76-99EF-430ED75DFD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832" y="3783923"/>
            <a:ext cx="3326094" cy="275234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0552431-6828-12E6-FA1F-89F114DE33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9861" y="3783923"/>
            <a:ext cx="3326094" cy="275234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8D7B2D6A-102F-1A90-EB13-22108975B397}"/>
              </a:ext>
            </a:extLst>
          </p:cNvPr>
          <p:cNvSpPr txBox="1"/>
          <p:nvPr/>
        </p:nvSpPr>
        <p:spPr>
          <a:xfrm>
            <a:off x="0" y="25275"/>
            <a:ext cx="4465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noProof="0" dirty="0"/>
              <a:t>Differential expression between conditions</a:t>
            </a:r>
          </a:p>
        </p:txBody>
      </p:sp>
    </p:spTree>
    <p:extLst>
      <p:ext uri="{BB962C8B-B14F-4D97-AF65-F5344CB8AC3E}">
        <p14:creationId xmlns:p14="http://schemas.microsoft.com/office/powerpoint/2010/main" val="1638466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n 22">
            <a:extLst>
              <a:ext uri="{FF2B5EF4-FFF2-40B4-BE49-F238E27FC236}">
                <a16:creationId xmlns:a16="http://schemas.microsoft.com/office/drawing/2014/main" id="{CA4BD589-9380-5CD8-FB4C-5CC228E96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2" y="526163"/>
            <a:ext cx="5426764" cy="2496312"/>
          </a:xfrm>
          <a:prstGeom prst="rect">
            <a:avLst/>
          </a:prstGeom>
        </p:spPr>
      </p:pic>
      <p:sp>
        <p:nvSpPr>
          <p:cNvPr id="38" name="Rectangle 31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B55426F3-CE0F-57BA-E8F6-EE272E85FD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034" y="598422"/>
            <a:ext cx="5112595" cy="2351794"/>
          </a:xfrm>
          <a:prstGeom prst="rect">
            <a:avLst/>
          </a:prstGeom>
        </p:spPr>
      </p:pic>
      <p:sp>
        <p:nvSpPr>
          <p:cNvPr id="39" name="Rectangle 33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0" name="Rectangle 35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73D55AFD-B66C-0FD6-BFE4-FC029D6AE2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3763220"/>
            <a:ext cx="5426764" cy="2496312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B25DADBF-5E37-DB41-19CB-3CBF075FCB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034" y="3835479"/>
            <a:ext cx="5112595" cy="2351794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97FB36E0-9A94-A825-F42A-AD1C44A19B5F}"/>
              </a:ext>
            </a:extLst>
          </p:cNvPr>
          <p:cNvSpPr txBox="1"/>
          <p:nvPr/>
        </p:nvSpPr>
        <p:spPr>
          <a:xfrm>
            <a:off x="-1" y="25275"/>
            <a:ext cx="3056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noProof="0" dirty="0"/>
              <a:t>Enrichment - </a:t>
            </a:r>
            <a:r>
              <a:rPr lang="en-GB" sz="1400" noProof="0" dirty="0" err="1"/>
              <a:t>Barplot</a:t>
            </a:r>
            <a:endParaRPr lang="en-GB" sz="1400" noProof="0" dirty="0"/>
          </a:p>
        </p:txBody>
      </p:sp>
    </p:spTree>
    <p:extLst>
      <p:ext uri="{BB962C8B-B14F-4D97-AF65-F5344CB8AC3E}">
        <p14:creationId xmlns:p14="http://schemas.microsoft.com/office/powerpoint/2010/main" val="164405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D3E4BB5-6B99-FBBD-8C8E-E7A14C6C0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729" y="321734"/>
            <a:ext cx="3767709" cy="290517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071D01B-F401-B0F8-A6FA-C97A79894F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477" y="321734"/>
            <a:ext cx="3767709" cy="29051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FE10A50-ABA3-DC1B-79D3-608AB1A06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0500" y="3631096"/>
            <a:ext cx="3580165" cy="276056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05E23B9-C096-104A-AD31-71D44F8A2D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249" y="3631096"/>
            <a:ext cx="3580165" cy="276056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7D35CF10-089F-5247-F484-2C816D1A1557}"/>
              </a:ext>
            </a:extLst>
          </p:cNvPr>
          <p:cNvSpPr txBox="1"/>
          <p:nvPr/>
        </p:nvSpPr>
        <p:spPr>
          <a:xfrm>
            <a:off x="-1" y="25275"/>
            <a:ext cx="2582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noProof="0" dirty="0"/>
              <a:t>Enrichment - </a:t>
            </a:r>
            <a:r>
              <a:rPr lang="en-GB" sz="1400" noProof="0" dirty="0" err="1"/>
              <a:t>Dotplot</a:t>
            </a:r>
            <a:endParaRPr lang="en-GB" sz="1400" noProof="0" dirty="0"/>
          </a:p>
        </p:txBody>
      </p:sp>
    </p:spTree>
    <p:extLst>
      <p:ext uri="{BB962C8B-B14F-4D97-AF65-F5344CB8AC3E}">
        <p14:creationId xmlns:p14="http://schemas.microsoft.com/office/powerpoint/2010/main" val="40032292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11</Words>
  <Application>Microsoft Office PowerPoint</Application>
  <PresentationFormat>Panorámica</PresentationFormat>
  <Paragraphs>4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yannis avlonitis egea</dc:creator>
  <cp:lastModifiedBy>yannis avlonitis egea</cp:lastModifiedBy>
  <cp:revision>3</cp:revision>
  <dcterms:created xsi:type="dcterms:W3CDTF">2026-03-23T10:11:51Z</dcterms:created>
  <dcterms:modified xsi:type="dcterms:W3CDTF">2026-03-23T12:08:16Z</dcterms:modified>
</cp:coreProperties>
</file>