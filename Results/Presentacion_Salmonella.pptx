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BCD16-A9B9-760D-C21E-D843A2243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5DEC3A-A6D4-D13D-0425-3B77857E2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6FDB5-2D9F-FA9D-DA18-6DE38D79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18474-BECB-85CA-F392-FBE3DC53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5C7212-3E3D-67A8-D6AC-1BBC4BB0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356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AABF2-5BA2-FEF3-C14D-117FD022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3ED2F9-DD30-A1A8-8BA8-0F4D3C053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22CC4-A7D7-DB91-7F18-665144C3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ECD333-7978-8A1C-660B-DE03FF90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BCB5CC-F690-0053-2C86-5CCB33C2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79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B7B4A-A6AE-F12C-5B2B-8B1563E0C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214FBA-D30A-F51D-2539-3090575E4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EC2138-4F0F-ABCE-F835-4A5EC064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3915F8-5168-86C7-E26F-49B76AE9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8736D1-D411-D650-456D-9ADCB657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9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3D857-FE5F-0FE0-226B-A210DB44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F34CE-1620-9E9A-BB37-5794D86C2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005B19-08D2-B82B-7FA6-05D3E8046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085E10-778B-1416-72C0-2679F8E2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30B67E-56AD-242C-F536-0F1F0F9A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BCC0F7-7E1D-D5DF-582A-FC937346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572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FF104-893F-21E4-64ED-A5E2DB91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8B3640-08A1-60DD-AA8B-2E179DE9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FA9FA0-DCF2-0E55-49C8-EB6987798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619268-ACD2-0851-CCFC-F80DCA7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140787-E866-112C-E683-8C187E608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4C49F7-6FAA-E03E-F88D-61021541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A7D2BD-C155-B31B-2610-F109A754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BE2FB4-3CA3-22E6-343B-D10F8BEB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939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E4715-B863-FECB-A751-C61E9F6F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5333FF-58BA-C51C-2E39-0A0E55E5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311CCA-6B9F-358C-1A9B-5C93F531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8F082B-FB71-2CD9-8880-AB4BEA32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656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07F588-E464-6C8F-F8D4-9F02BA93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652754-A727-1487-5203-2B73FC0A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BB065-AFE1-D38D-B3D9-D9C7BB22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033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03A45-7871-A86C-26D4-C699B6E1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BAF63D-1D04-590E-941D-C6215601A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175F9B-7DD3-C5CB-4445-B99F511ED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545E65-971E-AD48-2964-CF1ABA18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A7BEB1-48AA-0739-962C-0EA87690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92042F-029E-62D2-7FCD-A97C7B2A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5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31451-F2B4-17D1-2E13-1C6F0131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414AF3-A17F-E880-1F1C-EF1E4151F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590C1C-3C27-BF61-F3E5-1354BD4AF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EF27E-99DA-18D1-1B07-A5CA4E53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E5F26E-9599-73FD-76C4-2C992C5B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7A49DE-BF3B-B707-0FD5-BEF393CE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522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78848-F39D-4F92-CA67-8541A07B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7E96C3-E5C8-0146-07D7-BB827636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83DD0B-A2A5-AFB1-A73E-DD716583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202B23-F7EC-1400-48FF-8B23CC8F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8A5793-F32F-D605-32A2-E7FC1616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217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F03869-D20C-D6D4-596B-F2EDF6363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F2B531-8A95-4D7E-E314-473CC0775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AD28A-635C-0D63-0A83-00D92760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29511-2469-B226-C724-4F86CA4C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F282F3-FE56-0069-4C21-EA14B6AA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568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FB105A-BFB7-A4EF-C1F3-1164A373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81BEEC-2127-09C8-ACCB-258A85729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8663CA-B185-8E05-9078-F0EFA50C5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84DF5-9C14-4C3D-9E2C-2E85DA7B6BD7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40EC5-AEF8-CD8C-C122-59C995D56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6E798-2BCC-795D-A3FE-9648B22E9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0E34E-701A-44E6-BEA2-483FCA0A74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87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ile:///C:\Users\yanni\Desktop\Heatmap_Salmonella_Gurobi.pdf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2" action="ppaction://hlinkfile"/>
            <a:extLst>
              <a:ext uri="{FF2B5EF4-FFF2-40B4-BE49-F238E27FC236}">
                <a16:creationId xmlns:a16="http://schemas.microsoft.com/office/drawing/2014/main" id="{5CABB2FF-7BF0-A487-F31C-7D94B73FC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721" y="91440"/>
            <a:ext cx="9456557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9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ABC62C-4528-3B49-C35C-48847827E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72" y="321733"/>
            <a:ext cx="3322002" cy="274895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B4FF89-C45F-4E24-B963-61E85570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671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161EA7-44CE-DBDF-D783-2BD970F3A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999" y="321734"/>
            <a:ext cx="3322002" cy="274895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4F25C03-EF67-4344-8AEA-7B3FA0DED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836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950CA70-33BC-580F-35DF-82E1D541B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777" y="321733"/>
            <a:ext cx="3326094" cy="27523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74793DE-3651-410B-B243-8F0B1468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9424" y="-2665476"/>
            <a:ext cx="73152" cy="121889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B3E82C5-E457-3881-AC5D-A2460E2B1D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03" y="3783923"/>
            <a:ext cx="3326094" cy="27523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840033-F5B1-2B76-99EF-430ED75DFD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32" y="3783923"/>
            <a:ext cx="3326094" cy="27523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0552431-6828-12E6-FA1F-89F114DE33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61" y="3783923"/>
            <a:ext cx="3326094" cy="27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CA4BD589-9380-5CD8-FB4C-5CC228E96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526163"/>
            <a:ext cx="5426764" cy="2496312"/>
          </a:xfrm>
          <a:prstGeom prst="rect">
            <a:avLst/>
          </a:prstGeom>
        </p:spPr>
      </p:pic>
      <p:sp>
        <p:nvSpPr>
          <p:cNvPr id="38" name="Rectangle 31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55426F3-CE0F-57BA-E8F6-EE272E85F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598422"/>
            <a:ext cx="5112595" cy="2351794"/>
          </a:xfrm>
          <a:prstGeom prst="rect">
            <a:avLst/>
          </a:prstGeom>
        </p:spPr>
      </p:pic>
      <p:sp>
        <p:nvSpPr>
          <p:cNvPr id="39" name="Rectangle 33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3D55AFD-B66C-0FD6-BFE4-FC029D6AE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763220"/>
            <a:ext cx="5426764" cy="249631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25DADBF-5E37-DB41-19CB-3CBF075FC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3835479"/>
            <a:ext cx="5112595" cy="235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D3E4BB5-6B99-FBBD-8C8E-E7A14C6C0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729" y="321734"/>
            <a:ext cx="3767709" cy="29051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71D01B-F401-B0F8-A6FA-C97A79894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477" y="321734"/>
            <a:ext cx="3767709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E10A50-ABA3-DC1B-79D3-608AB1A06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00" y="3631096"/>
            <a:ext cx="3580165" cy="27605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05E23B9-C096-104A-AD31-71D44F8A2D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249" y="3631096"/>
            <a:ext cx="3580165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29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yannis avlonitis egea</dc:creator>
  <cp:lastModifiedBy>yannis avlonitis egea</cp:lastModifiedBy>
  <cp:revision>2</cp:revision>
  <dcterms:created xsi:type="dcterms:W3CDTF">2026-03-23T10:11:51Z</dcterms:created>
  <dcterms:modified xsi:type="dcterms:W3CDTF">2026-03-23T10:44:34Z</dcterms:modified>
</cp:coreProperties>
</file>