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931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B077B3-2600-0EC7-050A-FBACC4A7A1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CF11BCE-7ECC-7D86-FE80-17EA1BF0D7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9BC71A-17FA-CD4D-C540-613E5F768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5E045-B22A-41F6-9C6C-E9360280471C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6B925A-AB4F-E889-C61E-09152BA46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F61D71-DFF6-AB88-CA31-C28872B32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621A-C6E6-4390-A36F-A062179995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644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5F7BDD-FD4D-0171-755D-13DFB560D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5F4203-8326-6B16-168F-779706C1A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EC080B3-2D3E-3FB3-464C-788A8594A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5E045-B22A-41F6-9C6C-E9360280471C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AB8309-F3DE-2304-06D4-B756C3DF7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E3EB3E-CEA7-4E68-BD1A-3B143ECB3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621A-C6E6-4390-A36F-A062179995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640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134C90-FB23-F3D2-F39F-AFE10CB43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20D62B6-0E13-88E0-55FD-2FDFC3E01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2D6368-29BA-A99C-0742-58039003C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5E045-B22A-41F6-9C6C-E9360280471C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16D785-D6DC-8542-D5C3-C10A9F71F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59B1D11-1961-4210-BB8C-C8A4A40C5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621A-C6E6-4390-A36F-A062179995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9785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65E47A-9937-D44E-ED05-B75543A58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B68CD4-D594-8CE2-CA86-E281B10A0A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4002D80-EAAC-6DED-6468-8BA5469CA8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C35F71A-B11B-5EEA-DDAD-C44ABBF8F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5E045-B22A-41F6-9C6C-E9360280471C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17E2085-49CA-7BBC-B343-FE2540FB2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E8256E6-99F3-C23D-7174-77CE4B54D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621A-C6E6-4390-A36F-A062179995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608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0E4C95-76CC-A188-A8F9-B28367E19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35C6F39-898C-DEC4-7340-72B1FE8D12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3CB4281-5A23-62D9-798B-7B884381E4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A237637-AB86-EE38-DE5B-471D7DA090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6045A94-080D-C0C5-04B0-419B8156F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8829767-FD56-A477-CB03-BC2CC3D6C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5E045-B22A-41F6-9C6C-E9360280471C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29B79BF-2F53-0729-6349-09BEADBA0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46BF696-74F1-D262-856C-1037728C2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621A-C6E6-4390-A36F-A062179995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574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D0BD9D-8BA9-10A6-2483-21A1A2327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339FC05-BD64-AE6C-F5A0-2802093E3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5E045-B22A-41F6-9C6C-E9360280471C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9E10CF1-F8F1-3FBE-5ED9-A791DC613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9F82F97-1A08-A1E7-F5D0-88282F951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621A-C6E6-4390-A36F-A062179995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5531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0EA2D19-8D2C-9C1C-F353-9064850AB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5E045-B22A-41F6-9C6C-E9360280471C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7305F21-5DD2-4CDC-A36D-6DAB06E11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B7F4055-E2ED-9AF7-404D-BB116DD8E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621A-C6E6-4390-A36F-A062179995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2158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CE8990-F388-B30A-DDD8-210849B0E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5F453A-DE9C-77E9-9D59-2AF10D395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60190A0-8527-E724-EF44-7792221636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E3A8DE7-EB67-FE44-0ACA-04F3FE04B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5E045-B22A-41F6-9C6C-E9360280471C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B0A9193-2791-D5D6-DFA7-96CB4B14B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8DD05E9-E46F-2176-BE7F-061990DAA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621A-C6E6-4390-A36F-A062179995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7352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37FE90-E42C-F091-F582-A24814948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77DFD16-0413-9FEA-8A95-50E833B5D9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0F6978E-4867-B109-9666-3C35B4F3A9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1A20E65-7426-AF02-55D5-93C22D6A0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5E045-B22A-41F6-9C6C-E9360280471C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FD2E906-6A35-FEEF-EEC7-8B3D82BBF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911D6C4-904E-F727-DF50-758B3A707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621A-C6E6-4390-A36F-A062179995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87574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EDCF49-0868-68FC-0B89-BB1604ED8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F12681-C6E5-5289-4F05-B66CD6A4E5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CC7CC7-2873-E56C-95B6-363DD4887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5E045-B22A-41F6-9C6C-E9360280471C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A88BED-FDE4-6F0F-1D8A-C9DEBD36C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6040BA-75FB-44E7-0CD9-54EE5045D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621A-C6E6-4390-A36F-A062179995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8213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FD17835-0812-D11A-D0D4-93253CFAB2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EAE72E8-90B2-8F1A-9B1F-1EA42488E3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F9CB77-9B97-690D-95D9-E86943798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5E045-B22A-41F6-9C6C-E9360280471C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3CF5DF-020B-F4BE-7441-A71EEE066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465F58-1E97-7F63-D0E5-E272E25A5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621A-C6E6-4390-A36F-A062179995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4849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1ECB683-3517-CC00-B418-36DA11482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732DB0E-2753-58E8-208C-043DD1489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52C825C-50C1-B254-CD76-4BDD085557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15E045-B22A-41F6-9C6C-E9360280471C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3D8706-CF96-4CB1-0408-4EED8AF11D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0F4C9-A58C-A008-80C9-FC3839DC1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96621A-C6E6-4390-A36F-A062179995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9445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F4E6425-6363-C5C3-460E-5025C236AF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055" y="1430154"/>
            <a:ext cx="7655890" cy="3997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574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8A4C70B-3514-C59A-A6A1-69B0E38F9D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055" y="1430154"/>
            <a:ext cx="7655890" cy="3997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640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AEB2E19-8691-4F90-1BA5-D1A7F681CB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055" y="1430154"/>
            <a:ext cx="7655890" cy="3997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736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291B846-E9C1-3D5F-0540-9A4F848622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055" y="1430154"/>
            <a:ext cx="7655890" cy="3997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218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CBBD86B-086E-2810-3AF4-F31D8F7303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055" y="1430154"/>
            <a:ext cx="7655890" cy="3997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863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0977FA7-B2FC-3C60-2141-69C4774F12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055" y="1430154"/>
            <a:ext cx="7655890" cy="3997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7007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Panorámica</PresentationFormat>
  <Paragraphs>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yannis avlonitis egea</dc:creator>
  <cp:lastModifiedBy>yannis avlonitis egea</cp:lastModifiedBy>
  <cp:revision>1</cp:revision>
  <dcterms:created xsi:type="dcterms:W3CDTF">2026-03-04T13:21:31Z</dcterms:created>
  <dcterms:modified xsi:type="dcterms:W3CDTF">2026-03-04T13:23:31Z</dcterms:modified>
</cp:coreProperties>
</file>