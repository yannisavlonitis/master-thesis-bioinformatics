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7" r:id="rId3"/>
    <p:sldId id="273" r:id="rId4"/>
    <p:sldId id="262" r:id="rId5"/>
    <p:sldId id="272" r:id="rId6"/>
    <p:sldId id="278" r:id="rId7"/>
    <p:sldId id="263" r:id="rId8"/>
    <p:sldId id="268" r:id="rId9"/>
    <p:sldId id="277" r:id="rId10"/>
    <p:sldId id="264" r:id="rId11"/>
    <p:sldId id="269" r:id="rId12"/>
    <p:sldId id="276" r:id="rId13"/>
    <p:sldId id="265" r:id="rId14"/>
    <p:sldId id="270" r:id="rId15"/>
    <p:sldId id="275" r:id="rId16"/>
    <p:sldId id="266" r:id="rId17"/>
    <p:sldId id="271" r:id="rId18"/>
    <p:sldId id="274" r:id="rId1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4660"/>
  </p:normalViewPr>
  <p:slideViewPr>
    <p:cSldViewPr snapToGrid="0">
      <p:cViewPr varScale="1">
        <p:scale>
          <a:sx n="90" d="100"/>
          <a:sy n="90" d="100"/>
        </p:scale>
        <p:origin x="55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5F0264-2093-EC4B-6CF1-FC9FBA3742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0AD5A09-A3B2-154A-F154-1E47083C16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F61446-0C81-53CE-C3F9-012D0B553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DCED5-E528-411E-8E9F-D9E6155CAA91}" type="datetimeFigureOut">
              <a:rPr lang="es-ES" smtClean="0"/>
              <a:t>12/03/2026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591747-E68E-9EB1-374F-A6FC1D355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581CFE0-78F5-A4F8-AF15-C83DF859C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A3E60-4085-4250-993D-F53D65EB6AA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5780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68BD0C-7289-B30A-5839-F7AD14143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F1EBFB-1443-7BA0-F2AD-695A5C7CA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04C102-53AD-B993-E875-104735CD4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DCED5-E528-411E-8E9F-D9E6155CAA91}" type="datetimeFigureOut">
              <a:rPr lang="es-ES" smtClean="0"/>
              <a:t>12/03/2026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C486DC-09AE-B396-16A4-4B4E51279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AC93D3-BBF6-27CC-921E-DD54AEF1D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A3E60-4085-4250-993D-F53D65EB6AA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81748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CC8572-0C02-F136-7F69-99EB54E38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48A0ED3-4D68-3AA3-6F7E-610148EE25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50B8C12-FF24-339C-B481-5D2F69183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DCED5-E528-411E-8E9F-D9E6155CAA91}" type="datetimeFigureOut">
              <a:rPr lang="es-ES" smtClean="0"/>
              <a:t>12/03/2026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03FBCD-B5D4-32FF-6351-E07AC0D7E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0F2D022-82C2-5CE2-32C8-49349F668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A3E60-4085-4250-993D-F53D65EB6AA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05374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15A843-0CE6-7A1A-9B89-EB1B0D647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93CFBD-67F2-3015-9819-8FF6FAC513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262A8A8-8B9E-B50C-29FA-5C0B31E025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10A6EBC-5E88-3FAC-1BA5-F0AFF74FB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DCED5-E528-411E-8E9F-D9E6155CAA91}" type="datetimeFigureOut">
              <a:rPr lang="es-ES" smtClean="0"/>
              <a:t>12/03/2026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512E307-BD67-FE6A-3888-2F0D3AF36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D2536A3-A06E-D2FD-B558-913FB2E35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A3E60-4085-4250-993D-F53D65EB6AA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76855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9331E4-E9C6-3431-3018-385606B32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92525B3-2DAA-285E-9D2E-277E5C2B42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3595543-47E3-985E-66A6-E8D1BF3DDD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123CA36-0D5C-D523-394B-A613384C9F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BB3FF69-4F2E-B017-5934-ADF5DD3874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1BFFD19-6A85-B251-B283-AEA661FB3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DCED5-E528-411E-8E9F-D9E6155CAA91}" type="datetimeFigureOut">
              <a:rPr lang="es-ES" smtClean="0"/>
              <a:t>12/03/2026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7A42CC9-E2D2-6DEE-7536-4A8D0D899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5C3001A-7930-62B6-5939-435F6A43B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A3E60-4085-4250-993D-F53D65EB6AA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7046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BFF3CC-D01D-27F1-9C77-20D53A3FB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5D11CEF-3E67-7FAB-0CEB-00D2F617D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DCED5-E528-411E-8E9F-D9E6155CAA91}" type="datetimeFigureOut">
              <a:rPr lang="es-ES" smtClean="0"/>
              <a:t>12/03/2026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8FA6861-A025-2568-FF78-4FA32CFEA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A344037-7778-2DE8-496D-57787FEA0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A3E60-4085-4250-993D-F53D65EB6AA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3521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A5BFFE1-D314-2550-5069-F9E4759CF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DCED5-E528-411E-8E9F-D9E6155CAA91}" type="datetimeFigureOut">
              <a:rPr lang="es-ES" smtClean="0"/>
              <a:t>12/03/2026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0C05600-2053-E7DC-AC9D-D06F6E6DB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9B410A4-70F5-022F-CB18-E5378E75D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A3E60-4085-4250-993D-F53D65EB6AA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11723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EE7B09-18CA-DC01-CC43-734F1535C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108D5B9-F65D-6763-73B9-ED553678A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CA6FC35-6BCF-638A-3450-BA3C0E2B0A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B15C53-44D3-20DD-69C0-54BB583C7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DCED5-E528-411E-8E9F-D9E6155CAA91}" type="datetimeFigureOut">
              <a:rPr lang="es-ES" smtClean="0"/>
              <a:t>12/03/2026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76E4963-0DD3-614C-0106-F061BF52A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086F380-6C51-A98B-6210-249764100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A3E60-4085-4250-993D-F53D65EB6AA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1478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5785D4-D78B-1971-8087-9E0D8ED63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AE7883E-663C-2984-F318-04B0011FDE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93116AD-0F42-00A9-EF15-F242C8A2C7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ABA00B0-97FD-C0D0-DDBF-3F8B04FD0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DCED5-E528-411E-8E9F-D9E6155CAA91}" type="datetimeFigureOut">
              <a:rPr lang="es-ES" smtClean="0"/>
              <a:t>12/03/2026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989E64C-F902-41A7-CC28-4809E2137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CAB7E65-86F8-FF39-86B3-935EB497B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A3E60-4085-4250-993D-F53D65EB6AA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2174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1C2EA8-6043-5B76-BC91-82078B29B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B1A598B-4BBE-49F5-B893-2698304B89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1D8A2A-1608-B392-D2EF-BBFD2D6B0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DCED5-E528-411E-8E9F-D9E6155CAA91}" type="datetimeFigureOut">
              <a:rPr lang="es-ES" smtClean="0"/>
              <a:t>12/03/2026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EE07A40-C8B6-8DAE-F7BB-A92E70A2C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F9D0F5-F5D1-1FB2-8F61-B85EB6B0C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A3E60-4085-4250-993D-F53D65EB6AA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102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AC5E130-2DDB-49CA-DB3B-595245E5C6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0EF7E78-F014-BF1A-F86B-029010002B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BBB4238-8803-676E-10EB-FDB9E0A11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DCED5-E528-411E-8E9F-D9E6155CAA91}" type="datetimeFigureOut">
              <a:rPr lang="es-ES" smtClean="0"/>
              <a:t>12/03/2026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A2D5F45-3A4E-FED1-732E-2176FFC0A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941A2C-7991-318E-ECC1-C4BFE58D4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A3E60-4085-4250-993D-F53D65EB6AA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32309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D1264AF-F2DF-DEC6-11ED-4CAB18BE2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753F5FC-DBC7-F7DF-8F88-A765C7B56A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CDBB98-4FB2-4208-BC04-6FADBDCECF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BDCED5-E528-411E-8E9F-D9E6155CAA91}" type="datetimeFigureOut">
              <a:rPr lang="es-ES" smtClean="0"/>
              <a:t>12/03/2026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88F94E-A4C5-FDB7-36D6-A4FFA37F41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8699BA-C878-A4C8-C95F-C68485CF0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FA3E60-4085-4250-993D-F53D65EB6AA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4240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1A2D85D8-E1E9-E071-3F69-CF94E62B21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468" y="571252"/>
            <a:ext cx="10425063" cy="5715495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C761738C-DB11-B504-193E-9AFBFB1922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467" y="445510"/>
            <a:ext cx="10425063" cy="59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203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C0844-A97B-F032-4118-3BF7D88E5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A05FD54-AF0C-EB47-8727-D78A9533E7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468" y="445511"/>
            <a:ext cx="10425063" cy="59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475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EB69A-1CD4-F31E-56F9-3EC00CD47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AEC4A84-DCE6-95F0-073B-B2F7ADD2B8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468" y="445511"/>
            <a:ext cx="10425063" cy="59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023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1E77F-40F1-8486-B718-43AD59383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47311CC-A1F2-DE9A-6835-6A924FC2B7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468" y="445511"/>
            <a:ext cx="10425063" cy="59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611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81859-41C7-B03C-528A-54ACCD040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BD66CD56-95C1-466F-9CAC-379676BBEC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468" y="445511"/>
            <a:ext cx="10425063" cy="59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763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8F2D37C7-DB2F-6777-C74C-050BF070D0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468" y="445511"/>
            <a:ext cx="10425063" cy="59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573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33D69-F33F-ACB8-7009-CB4F20456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36E91709-2027-020D-D3BA-C73D4A4B3C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468" y="445511"/>
            <a:ext cx="10425063" cy="59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459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2D473-3059-ED49-9EA0-C894FFD02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C3396D94-17AB-2B55-7FA9-438DF62B10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468" y="445511"/>
            <a:ext cx="10425063" cy="59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476F9-07E3-3A98-BDB8-6A83C173F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CEDD0C5-F212-EA1B-4498-12E5B31A08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468" y="445511"/>
            <a:ext cx="10425063" cy="59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586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EA662-1BA2-CC02-292A-1AD21E2EB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C9085AB3-B5C9-D708-F5F0-FED1D38302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468" y="445511"/>
            <a:ext cx="10425063" cy="59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2429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559C6-84B8-EC43-09E0-7951D10A6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A5B0168-5B30-8744-C52A-2AC2EC5DEC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468" y="445511"/>
            <a:ext cx="10425063" cy="59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8673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2CD99-0357-078E-5E58-A56F4C0DC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BACB4840-D19D-A0AA-3264-149E59380F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468" y="445511"/>
            <a:ext cx="10425063" cy="59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9125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74562-FF79-BB86-2DE3-97E275960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EA569AB0-4C08-6810-63D8-05ABF2F2C1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468" y="445511"/>
            <a:ext cx="10425063" cy="59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1687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E2F96-50B1-4D70-E5AC-73B134C33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1CD601BA-CF0D-25B9-A745-681F969EB9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468" y="445511"/>
            <a:ext cx="10425063" cy="59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6515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9B911-2710-C819-37AE-4CC8C0E79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4B73E7C2-9829-6D8A-19A9-B33A1715E4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468" y="445511"/>
            <a:ext cx="10425063" cy="59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8353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11F9E-F7FA-13C2-9F7B-4B08FB17B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C930B902-CA4C-8B5A-76D0-FA12317433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468" y="445511"/>
            <a:ext cx="10425063" cy="59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252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02FC1-0D6F-860A-41F0-241C2F287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1F8161E1-E834-6314-EA43-63B555EABE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468" y="445511"/>
            <a:ext cx="10425063" cy="59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3329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E87E1-C642-294A-57A0-790C0E07A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A7FF9E2B-1447-92C9-6492-FC7F2C1DFA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468" y="445511"/>
            <a:ext cx="10425063" cy="59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473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0</Words>
  <Application>Microsoft Office PowerPoint</Application>
  <PresentationFormat>Panorámica</PresentationFormat>
  <Paragraphs>0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yannis avlonitis egea</dc:creator>
  <cp:lastModifiedBy>yannis avlonitis egea</cp:lastModifiedBy>
  <cp:revision>1</cp:revision>
  <dcterms:created xsi:type="dcterms:W3CDTF">2026-03-12T09:56:23Z</dcterms:created>
  <dcterms:modified xsi:type="dcterms:W3CDTF">2026-03-12T10:20:49Z</dcterms:modified>
</cp:coreProperties>
</file>